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12"/>
    <p:sldId id="265" r:id="rId11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토스페이먼츠 빌링결제 계약 심사 제출용 결제경로 파일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00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빌링(자동결제) 결제경로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4B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 ·  바로씻(BaroSit)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사업자등록번호      512-88-00059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7680960" cy="18288"/>
          </a:xfrm>
          <a:prstGeom prst="rect">
            <a:avLst/>
          </a:prstGeom>
          <a:solidFill>
            <a:srgbClr val="3E5449"/>
          </a:solidFill>
          <a:ln w="12700">
            <a:solidFill>
              <a:srgbClr val="3E54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108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상점아이디(MID)      bill_barosi69c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URL             https://barosit.com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결제수단                 빌링결제 (신용카드 정기결제)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테스트계정 ID          reviewer@barosit.com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테스트계정 PW         ______________  (발송 시 기입)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43159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4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정기결제 상품 개요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219456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결제금액 (VAT 포함)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청구 주기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 제공기간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 월간 구독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4,900원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매월 1회 자동 청구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 연간 구독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1회 선불 청구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단건 결제기준 최고가 36,000원 · 최대 서비스 제공기간 12개월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2651760"/>
            <a:ext cx="3977640" cy="17830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8163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내용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" y="310896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웹캠으로 앉은 자세를 실시간 분석하는 자세교정 소프트웨어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거북목·턱 괴임·어깨 기울임 등 7종 자세 감지 및 알림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유료(PRO) 제공 기능: 백그라운드 상시 모니터링, 90일 분석, 다기기 동기화, AI 코칭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709160" y="2651760"/>
            <a:ext cx="3977640" cy="17830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37760" y="28163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및 이용 조건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937760" y="310896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로그인 후 결제 가능 (비회원 구매 불가)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웹 브라우저에서만 결제 진행 (인앱결제 없음)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물리적 배송 없음 — 결제 완료 즉시 이용 개시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초과 선불 상품 없음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 페이지 접속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barosit.com 첫 화면 전체 (상단 네비게이션 포함)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소개 및 상단 네비게이션 노출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네비게이션의 [가격] 메뉴를 통해 정기결제 상품 페이지로 이동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하단에 사업자정보 상시 표기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정기결제 상품(요금제) 선택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 월간·연간 요금이 모두 보이도록 캡처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/ PRO 플랜 비교 및 제공 기능 안내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 월간 4,900원 / 연간 36,000원 표기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정기결제 여부, 청구 주기, 서비스 제공기간 명시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환불·해지 정책 링크 제공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[구독 시작] 버튼 클릭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/ 회원가입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화면 (소셜 로그인 버튼 포함)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https://barosit.com/#/login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서비스는 회원 전용으로 비회원 결제가 불가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 또는 소셜 계정(구글·카카오·애플)으로 로그인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미로그인 상태에서 결제 시도 시 로그인 화면으로 이동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완료 후 선택했던 구독 상품으로 자동 복귀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주기 확인 및 결제 요청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결제 금액과 주기가 표시된 확인 화면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구독 주기(월간/연간)와 결제 금액 최종 확인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결제 동의 및 이용약관 확인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[결제하기] 클릭 시 토스페이먼츠 결제창 호출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카드 등록 (빌링 인증)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 (카드정보 입력 화면)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 (js.tosspayments.com)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JavaScript SDK를 통한 빌링 인증창 호출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이용자가 카드 정보를 직접 입력하여 자동결제 카드 등록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완료 후 서버에서 빌링키 발급 및 최초 결제 승인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카드정보는 당사 서버에 저장하지 않음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 안내 화면 (결제금액·다음 결제일 포함)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https://barosit.com/?redirect_route=pricing&amp;payment=success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 및 PRO 구독 활성화 안내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금액, 결제 수단, 다음 결제 예정일 표시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 앱 다운로드 안내로 연결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내역은 이메일로도 발송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관리 · 해지 · 환불 신청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[프로필 &gt; 구독 관리] 화면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https://barosit.com/#/account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구독 상품, 결제 주기, 다음 결제 예정일 확인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[구독 해지]로 자동결제 즉시 해지 가능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시 결제된 주기 만료까지 이용 후 FREE 전환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[환불 신청] 메뉴에서 환불 접수 가능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 및 해지 정책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 위치 : https://barosit.com/#/refund  (이용약관 제4조의2에도 동일 내용 게시)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기준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결제일로부터 7일 이내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(이용 이력 없음)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결제 금액 100% 전액 환불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7일 경과 또는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이용 이력이 있는 경우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이용 일수에 해당하는 금액과 위약금(결제 대금의 10% 이내)을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공제한 잔액 환불 (연간 구독은 정가 기준으로 이용 일수 산정)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구독 해지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다음 결제일 전까지 언제든 신청 가능. 이미 결제된 주기의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이용 기간 만료 시까지 정상 이용 후 FREE 등급으로 자동 전환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접수 및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 내 [프로필 &gt; 구독 관리 &gt; 환불 신청] / support@barosit.com / 010-8635-0058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 후 PG를 통해 영업일 기준 3일 이내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결제 실패 시 7일의 유예기간 부여 후 재청구하며, 최종 실패 시 FREE 등급으로 전환됩니다.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사업자정보 (홈페이지 하단 상시 표기)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상호명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 구비드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대표자명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이종현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사업자등록번호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512-88-00059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사업장 주소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서울특별시 송파구 오금로15길 5-12, 3층 3425호 (방이동, 정환빌딩)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유선번호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010-8635-0058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통신판매업신고번호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 2025-서울송파-2552 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고객문의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support@barosit.com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429000"/>
            <a:ext cx="8229600" cy="105156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457200" y="36438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393649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하단 사업자정보 영역 캡처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바로씻(BaroSit) 빌링결제 경로</dc:title>
  <dc:subject>PptxGenJS Presentation</dc:subject>
  <dc:creator>주식회사 구비드</dc:creator>
  <cp:lastModifiedBy>주식회사 구비드</cp:lastModifiedBy>
  <cp:revision>1</cp:revision>
  <dcterms:created xsi:type="dcterms:W3CDTF">2026-07-20T02:52:04Z</dcterms:created>
  <dcterms:modified xsi:type="dcterms:W3CDTF">2026-07-20T02:52:04Z</dcterms:modified>
</cp:coreProperties>
</file>